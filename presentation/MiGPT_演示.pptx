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0" y="45720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  <a:ln w="635">
                  <a:solidFill>
                    <a:srgbClr val="000000">
                      <a:alpha val="30000"/>
                    </a:srgbClr>
                  </a:solidFill>
                </a:ln>
              </a:rPr>
              <a:t>MiGPT 家用智能音箱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645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Microsoft YaHei"/>
                <a:ln w="635">
                  <a:solidFill>
                    <a:srgbClr val="000000">
                      <a:alpha val="30000"/>
                    </a:srgbClr>
                  </a:solidFill>
                </a:ln>
              </a:rPr>
              <a:t>AI 语音助手  ·  智能家居中枢  ·  桌面信息中心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FFFFFF"/>
                </a:solidFill>
                <a:latin typeface="Microsoft YaHei"/>
                <a:ln w="635">
                  <a:solidFill>
                    <a:srgbClr val="000000">
                      <a:alpha val="30000"/>
                    </a:srgbClr>
                  </a:solidFill>
                </a:ln>
              </a:rPr>
              <a:t>双引擎驱动 · 更懂你的家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